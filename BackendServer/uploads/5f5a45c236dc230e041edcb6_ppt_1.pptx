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84" r:id="rId25"/>
    <p:sldId id="282" r:id="rId26"/>
    <p:sldId id="283" r:id="rId27"/>
    <p:sldId id="2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A5BD-DAFE-46E9-9B76-39670C61D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AEECB-0A62-40EE-835D-6E95533BB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0F343-0CC8-4DE2-8C4C-C6768863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0BAE-7D5D-4984-B38B-1EE957D4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033B-F338-4606-B5CA-4E2E99F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6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1902-7339-4E08-8DF1-4C556F34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AB6A-7D97-42E1-B2A3-001130C2E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69306-BF95-44AC-9136-A7E14816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9736-8C95-4AB6-B1B8-0DD01AD1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0560-EC2B-430F-954D-ADBE1FD3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62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9A04-1CFD-402F-950F-3905D108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B2A9C-7414-4FAE-8590-EF9A280A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2624C-2509-43C3-9ACD-06834BCD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8A266-03CD-4DB8-B7E8-58D8F988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FB6AD-8583-449D-8EEB-46783B4F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2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00B1-A2AD-48D7-B2A6-7F5D1B60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1AB2-34F2-49F6-B969-14B5C23A6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84C0-B819-4133-BF2B-2E55F58CB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13786-F912-46BA-8EBF-FC554A51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88F37-286A-426C-AAF3-28DBB0D6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5B138-E2C3-4898-93DF-A2C9D98F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59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2512-EE35-4411-98D6-7AFEECCF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3AD13-867A-435E-A118-67F0E2E72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E0899-239D-4191-AEB6-7D6F024F4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C1ABB-7D6B-43D3-B9D1-11B602142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98B57-3F2E-4A4B-BAB0-59FC66ADD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109B9-644D-4076-9E89-51062123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C7AB1-9EA8-4A07-A7BA-FDE8D656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BA0CF-7000-4F32-A32E-45DEF143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09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8B40-0B56-429C-AF32-170ABD21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72524-DA9E-4AFF-A4BA-D68FA1A3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977D4-25FF-451C-8A89-DAF12D01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60ACA-879D-44DF-BDA5-67728521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4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F01B4-A626-44C8-BC76-8CE2A9345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BBB10-1DEA-4E22-8A5C-8642837A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4229-748D-4B67-B809-1077BF9C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64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6EC3-59ED-45DE-90A1-1B00BEE8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1026-1CEE-43ED-976F-D9AE0C265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053FF-8BCA-4BD9-B524-28D0AF99B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629E9-F216-4368-A7FC-BCC12651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43346-C5BC-41D7-9AE5-E10A6DD2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14F19-DE7B-4BC4-8EF4-467C30FC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28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F907-9A87-4F58-8BF3-E430B0B9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12B24-492D-48C4-BCDA-734189587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AA53E-64E8-4284-919D-1DCD96D95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EC2BC-2C0E-4BD3-B1D7-994FE4DD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3CB32-CA14-44B3-81CA-E1C76EB7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B6830-4D98-4373-8BD8-3990542D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19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4F08-7E6B-45A9-9FD7-C925C3B5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50791-A70A-4080-866B-F5F257551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1828-3AC3-46C9-A5F1-08AECEAF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F0D0-00C6-4206-9732-2C949A46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A8707-BACC-41C6-A1A3-A6E2B674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5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FB58-955B-401D-883D-4AA96006E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6BABF-E475-40DA-8845-C6432E978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23990-CE94-45EC-82F4-68042F7A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342E2-06FC-47EC-BE08-14D15D75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A7891-34DB-4AB5-AE1E-8BAFFC90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18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FDFC1-40A0-41D8-ACA9-C4C5ECFE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AE8A2-39D2-4ECE-9BF1-D09547E4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798D-3581-46C0-BE12-436F237ED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C7B03-4441-46FF-AD86-22A7341FEBAA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E0B9E-7E7E-4FC2-ACD8-46BA6351A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033DD-7791-4459-BCD5-3EBEA8DA0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DECC5-318B-443E-95F3-35742165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9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578869" y="2168842"/>
            <a:ext cx="474989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What is React</a:t>
            </a:r>
          </a:p>
          <a:p>
            <a:pPr algn="ctr"/>
            <a:r>
              <a:rPr lang="en-US" sz="2800" dirty="0"/>
              <a:t>Why it is Popular</a:t>
            </a:r>
          </a:p>
          <a:p>
            <a:pPr algn="ctr"/>
            <a:r>
              <a:rPr lang="en-US" sz="2800" dirty="0"/>
              <a:t>What is DOM and Virtual DOM </a:t>
            </a:r>
          </a:p>
          <a:p>
            <a:pPr algn="ctr"/>
            <a:r>
              <a:rPr lang="en-US" sz="2800" dirty="0"/>
              <a:t>Setting up a React Project</a:t>
            </a:r>
          </a:p>
          <a:p>
            <a:pPr algn="ctr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9301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4686300" y="1154430"/>
            <a:ext cx="217880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is React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BF5B6-837B-48B1-B13D-F480CEA17A1F}"/>
              </a:ext>
            </a:extLst>
          </p:cNvPr>
          <p:cNvSpPr txBox="1"/>
          <p:nvPr/>
        </p:nvSpPr>
        <p:spPr>
          <a:xfrm>
            <a:off x="1291590" y="2125980"/>
            <a:ext cx="94237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A JavaScript library for building user interfaces. It uses a component based development approach </a:t>
            </a:r>
          </a:p>
          <a:p>
            <a:r>
              <a:rPr lang="en-US" b="0" i="0" dirty="0">
                <a:effectLst/>
                <a:latin typeface="-apple-system"/>
              </a:rPr>
              <a:t>to manage UI.</a:t>
            </a:r>
          </a:p>
          <a:p>
            <a:endParaRPr lang="en-US" b="0" i="0" dirty="0">
              <a:effectLst/>
              <a:latin typeface="-apple-system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A137C-5FFB-4C87-A689-FA02AC7A3629}"/>
              </a:ext>
            </a:extLst>
          </p:cNvPr>
          <p:cNvSpPr txBox="1"/>
          <p:nvPr/>
        </p:nvSpPr>
        <p:spPr>
          <a:xfrm>
            <a:off x="1291590" y="2873395"/>
            <a:ext cx="10738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Initially it is started by Facebook in 2013. But now it is Open Source.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1291590" y="3429000"/>
            <a:ext cx="9808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React is popular because it claims that it is very fast when it comes to handle UI Updates and the </a:t>
            </a:r>
          </a:p>
          <a:p>
            <a:r>
              <a:rPr lang="en-US" dirty="0"/>
              <a:t>Reason behind this is, it uses virtual  DOM to  decide whether there should be any update in Real DOM </a:t>
            </a:r>
          </a:p>
          <a:p>
            <a:r>
              <a:rPr lang="en-US" dirty="0"/>
              <a:t>Or not.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129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4686300" y="1154430"/>
            <a:ext cx="309879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it Virtual Dom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BF5B6-837B-48B1-B13D-F480CEA17A1F}"/>
              </a:ext>
            </a:extLst>
          </p:cNvPr>
          <p:cNvSpPr txBox="1"/>
          <p:nvPr/>
        </p:nvSpPr>
        <p:spPr>
          <a:xfrm>
            <a:off x="1291590" y="2125980"/>
            <a:ext cx="9063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Virtual Dom </a:t>
            </a:r>
            <a:r>
              <a:rPr lang="en-US" dirty="0">
                <a:latin typeface="-apple-system"/>
              </a:rPr>
              <a:t>at its core is just an abstraction over real DOM OR we can say it’s a copy of real dom. And as per machine’s point view it is fast to work with Virtual DOM than working with the real DOM  </a:t>
            </a:r>
          </a:p>
          <a:p>
            <a:endParaRPr lang="en-US" b="0" i="0" dirty="0">
              <a:effectLst/>
              <a:latin typeface="-apple-system"/>
            </a:endParaRPr>
          </a:p>
          <a:p>
            <a:r>
              <a:rPr lang="en-US" b="0" i="0" dirty="0">
                <a:effectLst/>
                <a:latin typeface="-apple-system"/>
              </a:rPr>
              <a:t>React use</a:t>
            </a:r>
            <a:r>
              <a:rPr lang="en-US" dirty="0">
                <a:latin typeface="-apple-system"/>
              </a:rPr>
              <a:t>s this for its UI Management Process. </a:t>
            </a:r>
            <a:endParaRPr lang="en-US" b="0" i="0" dirty="0">
              <a:effectLst/>
              <a:latin typeface="-apple-system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52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4686300" y="1154430"/>
            <a:ext cx="374416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create a React App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BF5B6-837B-48B1-B13D-F480CEA17A1F}"/>
              </a:ext>
            </a:extLst>
          </p:cNvPr>
          <p:cNvSpPr txBox="1"/>
          <p:nvPr/>
        </p:nvSpPr>
        <p:spPr>
          <a:xfrm>
            <a:off x="1291590" y="2125980"/>
            <a:ext cx="9063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create-react-app</a:t>
            </a:r>
          </a:p>
          <a:p>
            <a:r>
              <a:rPr lang="en-US" dirty="0"/>
              <a:t>Create-react-app my-first-app</a:t>
            </a:r>
          </a:p>
          <a:p>
            <a:r>
              <a:rPr lang="en-IN" dirty="0"/>
              <a:t>Cd my-first-app </a:t>
            </a:r>
          </a:p>
          <a:p>
            <a:r>
              <a:rPr lang="en-IN" dirty="0" err="1"/>
              <a:t>Npm</a:t>
            </a:r>
            <a:r>
              <a:rPr lang="en-IN" dirty="0"/>
              <a:t> start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9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129165" y="2168842"/>
            <a:ext cx="56493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Folder Structure of React App</a:t>
            </a:r>
            <a:endParaRPr lang="en-IN" sz="2800" dirty="0"/>
          </a:p>
          <a:p>
            <a:pPr algn="ctr"/>
            <a:r>
              <a:rPr lang="en-IN" sz="2800" dirty="0"/>
              <a:t>How files are connected in React app</a:t>
            </a:r>
            <a:endParaRPr lang="en-US" sz="2800" dirty="0"/>
          </a:p>
          <a:p>
            <a:pPr algn="ctr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753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1946705" y="2168842"/>
            <a:ext cx="801424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What are Components </a:t>
            </a:r>
          </a:p>
          <a:p>
            <a:pPr algn="ctr"/>
            <a:r>
              <a:rPr lang="en-US" sz="2800" dirty="0"/>
              <a:t>Types Of Components</a:t>
            </a:r>
          </a:p>
          <a:p>
            <a:pPr algn="ctr"/>
            <a:r>
              <a:rPr lang="en-US" sz="2800" dirty="0"/>
              <a:t>How to Define and use them</a:t>
            </a:r>
          </a:p>
          <a:p>
            <a:pPr algn="ctr"/>
            <a:r>
              <a:rPr lang="en-US" sz="2800" dirty="0"/>
              <a:t>Basic styling with class, </a:t>
            </a:r>
            <a:r>
              <a:rPr lang="en-US" sz="2800" dirty="0" err="1"/>
              <a:t>className</a:t>
            </a:r>
            <a:r>
              <a:rPr lang="en-US" sz="2800" dirty="0"/>
              <a:t> and style attribute </a:t>
            </a:r>
          </a:p>
        </p:txBody>
      </p:sp>
    </p:spTree>
    <p:extLst>
      <p:ext uri="{BB962C8B-B14F-4D97-AF65-F5344CB8AC3E}">
        <p14:creationId xmlns:p14="http://schemas.microsoft.com/office/powerpoint/2010/main" val="238717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194813" y="2168842"/>
            <a:ext cx="551804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Props and State In React Component</a:t>
            </a:r>
          </a:p>
          <a:p>
            <a:pPr algn="ctr"/>
            <a:r>
              <a:rPr lang="en-US" sz="2800" dirty="0"/>
              <a:t>Difference in between these two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535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2998740" y="2168842"/>
            <a:ext cx="59102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Define Components in it’s Own File</a:t>
            </a:r>
          </a:p>
          <a:p>
            <a:pPr algn="ctr"/>
            <a:r>
              <a:rPr lang="en-US" sz="2800" dirty="0"/>
              <a:t>Implementation of Routing In React</a:t>
            </a:r>
          </a:p>
          <a:p>
            <a:pPr algn="ctr"/>
            <a:r>
              <a:rPr lang="en-US" sz="2800" dirty="0"/>
              <a:t>Browser-Router, Link, Route and Switch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6840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855358" y="2168842"/>
            <a:ext cx="41969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NavLink</a:t>
            </a:r>
            <a:r>
              <a:rPr lang="en-US" sz="2800" dirty="0"/>
              <a:t> to show active link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3289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078534" y="2168842"/>
            <a:ext cx="37506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Nested Routing in React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89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664659" y="2168842"/>
            <a:ext cx="25783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Path Parameters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0456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768696" y="2168842"/>
            <a:ext cx="23703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Event Handling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445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393838" y="2168842"/>
            <a:ext cx="512005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Programmatic Navigation In React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230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301227" y="2168842"/>
            <a:ext cx="53052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How to set Html Template in React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815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699101" y="2168842"/>
            <a:ext cx="450956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Form Input Handling in React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498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2154678" y="2168842"/>
            <a:ext cx="75984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Multipule</a:t>
            </a:r>
            <a:r>
              <a:rPr lang="en-US" sz="2800" dirty="0"/>
              <a:t> Form Input Handling with Single Handler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1705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348921" y="2168842"/>
            <a:ext cx="52099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Higher Order Component in React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9488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725986" y="2168842"/>
            <a:ext cx="44558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Life Cycle Methods in ReactJS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0425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D5C4A-3A19-4358-B343-D1D7BFEC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17" y="0"/>
            <a:ext cx="10368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78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826180" y="2168842"/>
            <a:ext cx="42554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Error Boundaries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27994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095746" y="2168842"/>
            <a:ext cx="37163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React.memo</a:t>
            </a:r>
            <a:r>
              <a:rPr lang="en-US" sz="2800" dirty="0"/>
              <a:t> 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981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821875" y="2168842"/>
            <a:ext cx="22640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Ref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6211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323173" y="2168842"/>
            <a:ext cx="52615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Using Ref to component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87084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986016" y="2168842"/>
            <a:ext cx="3935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Ref forwarding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2841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0C2F-67BF-47BE-B51F-4E2825B3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3DCF-DA07-47C7-ABD7-FC56DDC75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97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3323173" y="2168842"/>
            <a:ext cx="52615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Using Ref to component in React JS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5774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5B63-F190-433E-8308-96C20059F820}"/>
              </a:ext>
            </a:extLst>
          </p:cNvPr>
          <p:cNvSpPr txBox="1"/>
          <p:nvPr/>
        </p:nvSpPr>
        <p:spPr>
          <a:xfrm>
            <a:off x="5074919" y="1131570"/>
            <a:ext cx="175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CB4C4-5CD1-4385-AB42-031833CA2B6C}"/>
              </a:ext>
            </a:extLst>
          </p:cNvPr>
          <p:cNvSpPr txBox="1"/>
          <p:nvPr/>
        </p:nvSpPr>
        <p:spPr>
          <a:xfrm>
            <a:off x="4206486" y="2168842"/>
            <a:ext cx="34947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Validation in </a:t>
            </a:r>
            <a:r>
              <a:rPr lang="en-US" sz="2800" dirty="0" err="1"/>
              <a:t>Mongodb</a:t>
            </a:r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132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336</Words>
  <Application>Microsoft Office PowerPoint</Application>
  <PresentationFormat>Widescreen</PresentationFormat>
  <Paragraphs>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rathore</dc:creator>
  <cp:lastModifiedBy>sanjay rathore</cp:lastModifiedBy>
  <cp:revision>38</cp:revision>
  <dcterms:created xsi:type="dcterms:W3CDTF">2020-08-12T05:58:35Z</dcterms:created>
  <dcterms:modified xsi:type="dcterms:W3CDTF">2020-09-10T08:15:03Z</dcterms:modified>
</cp:coreProperties>
</file>